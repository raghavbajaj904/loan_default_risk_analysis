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1" r:id="rId3"/>
    <p:sldId id="257" r:id="rId4"/>
    <p:sldId id="258" r:id="rId5"/>
    <p:sldId id="269" r:id="rId6"/>
    <p:sldId id="260" r:id="rId7"/>
    <p:sldId id="270" r:id="rId8"/>
    <p:sldId id="262" r:id="rId9"/>
    <p:sldId id="263" r:id="rId10"/>
    <p:sldId id="264" r:id="rId11"/>
    <p:sldId id="265" r:id="rId12"/>
    <p:sldId id="268" r:id="rId13"/>
  </p:sldIdLst>
  <p:sldSz cx="12192000" cy="6858000"/>
  <p:notesSz cx="6858000" cy="9144000"/>
  <p:embeddedFontLst>
    <p:embeddedFont>
      <p:font typeface="Plus Jakarta Sans"/>
      <p:bold r:id="rId15"/>
    </p:embeddedFont>
    <p:embeddedFont>
      <p:font typeface="Space Grotesk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5C3FD5-AA68-40D8-AE9A-1934BC4CAEF8}" v="15" dt="2026-09-29T16:44:21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 Bajaj" userId="b697db162de8613d" providerId="LiveId" clId="{6099F8C4-2527-4AD0-A954-BA0ABC2B10C4}"/>
    <pc:docChg chg="undo redo custSel addSld delSld modSld">
      <pc:chgData name="Raghav Bajaj" userId="b697db162de8613d" providerId="LiveId" clId="{6099F8C4-2527-4AD0-A954-BA0ABC2B10C4}" dt="2026-09-29T16:53:52.084" v="1245" actId="14100"/>
      <pc:docMkLst>
        <pc:docMk/>
      </pc:docMkLst>
      <pc:sldChg chg="delSp modSp mod">
        <pc:chgData name="Raghav Bajaj" userId="b697db162de8613d" providerId="LiveId" clId="{6099F8C4-2527-4AD0-A954-BA0ABC2B10C4}" dt="2026-09-29T16:33:08.081" v="854" actId="478"/>
        <pc:sldMkLst>
          <pc:docMk/>
          <pc:sldMk cId="0" sldId="256"/>
        </pc:sldMkLst>
        <pc:spChg chg="del">
          <ac:chgData name="Raghav Bajaj" userId="b697db162de8613d" providerId="LiveId" clId="{6099F8C4-2527-4AD0-A954-BA0ABC2B10C4}" dt="2026-09-29T16:29:59.975" v="725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30:23.480" v="759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32:51.763" v="852" actId="20577"/>
          <ac:spMkLst>
            <pc:docMk/>
            <pc:sldMk cId="0" sldId="256"/>
            <ac:spMk id="7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3:01.952" v="853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3:08.081" v="854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3:08.081" v="854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3:08.081" v="854" actId="478"/>
          <ac:spMkLst>
            <pc:docMk/>
            <pc:sldMk cId="0" sldId="256"/>
            <ac:spMk id="14" creationId="{00000000-0000-0000-0000-000000000000}"/>
          </ac:spMkLst>
        </pc:spChg>
      </pc:sldChg>
      <pc:sldChg chg="modSp mod">
        <pc:chgData name="Raghav Bajaj" userId="b697db162de8613d" providerId="LiveId" clId="{6099F8C4-2527-4AD0-A954-BA0ABC2B10C4}" dt="2026-09-29T16:39:42.748" v="1009" actId="20577"/>
        <pc:sldMkLst>
          <pc:docMk/>
          <pc:sldMk cId="0" sldId="257"/>
        </pc:sldMkLst>
        <pc:spChg chg="mod">
          <ac:chgData name="Raghav Bajaj" userId="b697db162de8613d" providerId="LiveId" clId="{6099F8C4-2527-4AD0-A954-BA0ABC2B10C4}" dt="2026-09-29T16:39:42.748" v="1009" actId="20577"/>
          <ac:spMkLst>
            <pc:docMk/>
            <pc:sldMk cId="0" sldId="257"/>
            <ac:spMk id="6" creationId="{00000000-0000-0000-0000-000000000000}"/>
          </ac:spMkLst>
        </pc:spChg>
      </pc:sldChg>
      <pc:sldChg chg="addSp delSp modSp mod">
        <pc:chgData name="Raghav Bajaj" userId="b697db162de8613d" providerId="LiveId" clId="{6099F8C4-2527-4AD0-A954-BA0ABC2B10C4}" dt="2026-09-29T16:52:45.086" v="1219" actId="22"/>
        <pc:sldMkLst>
          <pc:docMk/>
          <pc:sldMk cId="0" sldId="258"/>
        </pc:sldMkLst>
        <pc:spChg chg="del">
          <ac:chgData name="Raghav Bajaj" userId="b697db162de8613d" providerId="LiveId" clId="{6099F8C4-2527-4AD0-A954-BA0ABC2B10C4}" dt="2026-09-29T16:41:25.205" v="1028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1:34.478" v="1029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1:34.478" v="1029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1:34.478" v="102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1:41.090" v="1030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1:41.090" v="1030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6:50.855" v="899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36:45.452" v="898" actId="20577"/>
          <ac:spMkLst>
            <pc:docMk/>
            <pc:sldMk cId="0" sldId="258"/>
            <ac:spMk id="11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1:34.478" v="1029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1:34.478" v="1029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1:41.090" v="1030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1:41.090" v="1030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1:41.090" v="1030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1:41.090" v="1030" actId="478"/>
          <ac:spMkLst>
            <pc:docMk/>
            <pc:sldMk cId="0" sldId="258"/>
            <ac:spMk id="17" creationId="{00000000-0000-0000-0000-000000000000}"/>
          </ac:spMkLst>
        </pc:spChg>
        <pc:spChg chg="add">
          <ac:chgData name="Raghav Bajaj" userId="b697db162de8613d" providerId="LiveId" clId="{6099F8C4-2527-4AD0-A954-BA0ABC2B10C4}" dt="2026-09-29T16:52:45.086" v="1219" actId="22"/>
          <ac:spMkLst>
            <pc:docMk/>
            <pc:sldMk cId="0" sldId="258"/>
            <ac:spMk id="23" creationId="{AD669FC7-60DD-E178-727F-37C0E67356D9}"/>
          </ac:spMkLst>
        </pc:spChg>
        <pc:picChg chg="del mod">
          <ac:chgData name="Raghav Bajaj" userId="b697db162de8613d" providerId="LiveId" clId="{6099F8C4-2527-4AD0-A954-BA0ABC2B10C4}" dt="2026-09-29T16:41:11.322" v="1023" actId="478"/>
          <ac:picMkLst>
            <pc:docMk/>
            <pc:sldMk cId="0" sldId="258"/>
            <ac:picMk id="8" creationId="{00000000-0000-0000-0000-000000000000}"/>
          </ac:picMkLst>
        </pc:picChg>
        <pc:picChg chg="del">
          <ac:chgData name="Raghav Bajaj" userId="b697db162de8613d" providerId="LiveId" clId="{6099F8C4-2527-4AD0-A954-BA0ABC2B10C4}" dt="2026-09-29T16:40:39.622" v="1015" actId="478"/>
          <ac:picMkLst>
            <pc:docMk/>
            <pc:sldMk cId="0" sldId="258"/>
            <ac:picMk id="9" creationId="{00000000-0000-0000-0000-000000000000}"/>
          </ac:picMkLst>
        </pc:picChg>
        <pc:picChg chg="add del mod">
          <ac:chgData name="Raghav Bajaj" userId="b697db162de8613d" providerId="LiveId" clId="{6099F8C4-2527-4AD0-A954-BA0ABC2B10C4}" dt="2026-09-29T16:41:09.264" v="1022" actId="478"/>
          <ac:picMkLst>
            <pc:docMk/>
            <pc:sldMk cId="0" sldId="258"/>
            <ac:picMk id="19" creationId="{58DF27C5-D85C-BF32-070F-9930105B52DA}"/>
          </ac:picMkLst>
        </pc:picChg>
        <pc:picChg chg="add mod">
          <ac:chgData name="Raghav Bajaj" userId="b697db162de8613d" providerId="LiveId" clId="{6099F8C4-2527-4AD0-A954-BA0ABC2B10C4}" dt="2026-09-29T16:42:21.059" v="1057" actId="1035"/>
          <ac:picMkLst>
            <pc:docMk/>
            <pc:sldMk cId="0" sldId="258"/>
            <ac:picMk id="21" creationId="{C5610358-6B3D-B723-3E67-6F444AF2E34B}"/>
          </ac:picMkLst>
        </pc:picChg>
      </pc:sldChg>
      <pc:sldChg chg="addSp delSp modSp mod">
        <pc:chgData name="Raghav Bajaj" userId="b697db162de8613d" providerId="LiveId" clId="{6099F8C4-2527-4AD0-A954-BA0ABC2B10C4}" dt="2026-09-29T16:52:53.139" v="1220" actId="22"/>
        <pc:sldMkLst>
          <pc:docMk/>
          <pc:sldMk cId="0" sldId="260"/>
        </pc:sldMkLst>
        <pc:spChg chg="del">
          <ac:chgData name="Raghav Bajaj" userId="b697db162de8613d" providerId="LiveId" clId="{6099F8C4-2527-4AD0-A954-BA0ABC2B10C4}" dt="2026-09-29T16:42:43.131" v="1060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2:32.642" v="1058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2:37.785" v="1059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2:44.960" v="1061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2:43.131" v="1060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2:43.131" v="1060" actId="478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Raghav Bajaj" userId="b697db162de8613d" providerId="LiveId" clId="{6099F8C4-2527-4AD0-A954-BA0ABC2B10C4}" dt="2026-09-29T16:38:24.370" v="950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38:31.182" v="981" actId="20577"/>
          <ac:spMkLst>
            <pc:docMk/>
            <pc:sldMk cId="0" sldId="260"/>
            <ac:spMk id="11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2:32.642" v="1058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2:37.785" v="1059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2:37.785" v="1059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2:43.131" v="1060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2:32.642" v="1058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2:37.785" v="1059" actId="478"/>
          <ac:spMkLst>
            <pc:docMk/>
            <pc:sldMk cId="0" sldId="260"/>
            <ac:spMk id="17" creationId="{00000000-0000-0000-0000-000000000000}"/>
          </ac:spMkLst>
        </pc:spChg>
        <pc:spChg chg="add">
          <ac:chgData name="Raghav Bajaj" userId="b697db162de8613d" providerId="LiveId" clId="{6099F8C4-2527-4AD0-A954-BA0ABC2B10C4}" dt="2026-09-29T16:52:53.139" v="1220" actId="22"/>
          <ac:spMkLst>
            <pc:docMk/>
            <pc:sldMk cId="0" sldId="260"/>
            <ac:spMk id="21" creationId="{27EB32A0-30ED-C144-5C0D-76D27818903D}"/>
          </ac:spMkLst>
        </pc:spChg>
        <pc:picChg chg="del">
          <ac:chgData name="Raghav Bajaj" userId="b697db162de8613d" providerId="LiveId" clId="{6099F8C4-2527-4AD0-A954-BA0ABC2B10C4}" dt="2026-09-29T16:42:37.785" v="1059" actId="478"/>
          <ac:picMkLst>
            <pc:docMk/>
            <pc:sldMk cId="0" sldId="260"/>
            <ac:picMk id="8" creationId="{00000000-0000-0000-0000-000000000000}"/>
          </ac:picMkLst>
        </pc:picChg>
        <pc:picChg chg="del">
          <ac:chgData name="Raghav Bajaj" userId="b697db162de8613d" providerId="LiveId" clId="{6099F8C4-2527-4AD0-A954-BA0ABC2B10C4}" dt="2026-09-29T16:42:32.642" v="1058" actId="478"/>
          <ac:picMkLst>
            <pc:docMk/>
            <pc:sldMk cId="0" sldId="260"/>
            <ac:picMk id="9" creationId="{00000000-0000-0000-0000-000000000000}"/>
          </ac:picMkLst>
        </pc:picChg>
        <pc:picChg chg="add mod">
          <ac:chgData name="Raghav Bajaj" userId="b697db162de8613d" providerId="LiveId" clId="{6099F8C4-2527-4AD0-A954-BA0ABC2B10C4}" dt="2026-09-29T16:43:32.335" v="1074" actId="1037"/>
          <ac:picMkLst>
            <pc:docMk/>
            <pc:sldMk cId="0" sldId="260"/>
            <ac:picMk id="19" creationId="{E02E2186-BD08-D84F-C8C6-D517A9243E1B}"/>
          </ac:picMkLst>
        </pc:picChg>
      </pc:sldChg>
      <pc:sldChg chg="addSp delSp modSp mod">
        <pc:chgData name="Raghav Bajaj" userId="b697db162de8613d" providerId="LiveId" clId="{6099F8C4-2527-4AD0-A954-BA0ABC2B10C4}" dt="2026-09-29T16:53:13.392" v="1221" actId="22"/>
        <pc:sldMkLst>
          <pc:docMk/>
          <pc:sldMk cId="0" sldId="262"/>
        </pc:sldMkLst>
        <pc:spChg chg="del">
          <ac:chgData name="Raghav Bajaj" userId="b697db162de8613d" providerId="LiveId" clId="{6099F8C4-2527-4AD0-A954-BA0ABC2B10C4}" dt="2026-09-29T16:44:30.703" v="1082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4:15.349" v="1077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4:32.707" v="1083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4:30.703" v="1082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4:30.703" v="1082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4:30.703" v="1082" actId="478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Raghav Bajaj" userId="b697db162de8613d" providerId="LiveId" clId="{6099F8C4-2527-4AD0-A954-BA0ABC2B10C4}" dt="2026-09-29T16:38:50.408" v="983" actId="478"/>
          <ac:spMkLst>
            <pc:docMk/>
            <pc:sldMk cId="0" sldId="262"/>
            <ac:spMk id="10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38:37.827" v="982"/>
          <ac:spMkLst>
            <pc:docMk/>
            <pc:sldMk cId="0" sldId="262"/>
            <ac:spMk id="11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4:15.349" v="1077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4:15.349" v="1077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4:30.703" v="1082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4:15.349" v="1077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4:30.703" v="1082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44:30.703" v="1082" actId="478"/>
          <ac:spMkLst>
            <pc:docMk/>
            <pc:sldMk cId="0" sldId="262"/>
            <ac:spMk id="17" creationId="{00000000-0000-0000-0000-000000000000}"/>
          </ac:spMkLst>
        </pc:spChg>
        <pc:spChg chg="add del mod">
          <ac:chgData name="Raghav Bajaj" userId="b697db162de8613d" providerId="LiveId" clId="{6099F8C4-2527-4AD0-A954-BA0ABC2B10C4}" dt="2026-09-29T16:44:09.400" v="1076" actId="478"/>
          <ac:spMkLst>
            <pc:docMk/>
            <pc:sldMk cId="0" sldId="262"/>
            <ac:spMk id="18" creationId="{F17009C8-5B7D-DECB-E39E-2BB16C9C6BE1}"/>
          </ac:spMkLst>
        </pc:spChg>
        <pc:spChg chg="add del mod">
          <ac:chgData name="Raghav Bajaj" userId="b697db162de8613d" providerId="LiveId" clId="{6099F8C4-2527-4AD0-A954-BA0ABC2B10C4}" dt="2026-09-29T16:44:15.349" v="1077" actId="478"/>
          <ac:spMkLst>
            <pc:docMk/>
            <pc:sldMk cId="0" sldId="262"/>
            <ac:spMk id="19" creationId="{392E41DF-53BA-6263-A2DA-C0049B38A6A2}"/>
          </ac:spMkLst>
        </pc:spChg>
        <pc:spChg chg="add del mod">
          <ac:chgData name="Raghav Bajaj" userId="b697db162de8613d" providerId="LiveId" clId="{6099F8C4-2527-4AD0-A954-BA0ABC2B10C4}" dt="2026-09-29T16:44:18.682" v="1079" actId="478"/>
          <ac:spMkLst>
            <pc:docMk/>
            <pc:sldMk cId="0" sldId="262"/>
            <ac:spMk id="21" creationId="{10DEC0D6-7D71-2544-7363-AEE04960AD7E}"/>
          </ac:spMkLst>
        </pc:spChg>
        <pc:spChg chg="add del mod">
          <ac:chgData name="Raghav Bajaj" userId="b697db162de8613d" providerId="LiveId" clId="{6099F8C4-2527-4AD0-A954-BA0ABC2B10C4}" dt="2026-09-29T16:44:18.682" v="1079" actId="478"/>
          <ac:spMkLst>
            <pc:docMk/>
            <pc:sldMk cId="0" sldId="262"/>
            <ac:spMk id="22" creationId="{8AD71A74-A529-C1CA-EBE4-6E0EC8730A8C}"/>
          </ac:spMkLst>
        </pc:spChg>
        <pc:spChg chg="add del mod">
          <ac:chgData name="Raghav Bajaj" userId="b697db162de8613d" providerId="LiveId" clId="{6099F8C4-2527-4AD0-A954-BA0ABC2B10C4}" dt="2026-09-29T16:44:22.954" v="1081" actId="478"/>
          <ac:spMkLst>
            <pc:docMk/>
            <pc:sldMk cId="0" sldId="262"/>
            <ac:spMk id="23" creationId="{C85A3C9C-AC5B-44A1-D164-7531C632E995}"/>
          </ac:spMkLst>
        </pc:spChg>
        <pc:spChg chg="add del mod">
          <ac:chgData name="Raghav Bajaj" userId="b697db162de8613d" providerId="LiveId" clId="{6099F8C4-2527-4AD0-A954-BA0ABC2B10C4}" dt="2026-09-29T16:44:22.954" v="1081" actId="478"/>
          <ac:spMkLst>
            <pc:docMk/>
            <pc:sldMk cId="0" sldId="262"/>
            <ac:spMk id="24" creationId="{A87FA5F4-2D83-3464-074E-1E16AB956B16}"/>
          </ac:spMkLst>
        </pc:spChg>
        <pc:spChg chg="add del mod">
          <ac:chgData name="Raghav Bajaj" userId="b697db162de8613d" providerId="LiveId" clId="{6099F8C4-2527-4AD0-A954-BA0ABC2B10C4}" dt="2026-09-29T16:44:22.954" v="1081" actId="478"/>
          <ac:spMkLst>
            <pc:docMk/>
            <pc:sldMk cId="0" sldId="262"/>
            <ac:spMk id="25" creationId="{6CD2F32F-9400-0AE4-9D66-69EFE65A5C66}"/>
          </ac:spMkLst>
        </pc:spChg>
        <pc:spChg chg="add">
          <ac:chgData name="Raghav Bajaj" userId="b697db162de8613d" providerId="LiveId" clId="{6099F8C4-2527-4AD0-A954-BA0ABC2B10C4}" dt="2026-09-29T16:53:13.392" v="1221" actId="22"/>
          <ac:spMkLst>
            <pc:docMk/>
            <pc:sldMk cId="0" sldId="262"/>
            <ac:spMk id="29" creationId="{B9CD611E-E430-F2D6-0009-C5DB913A4875}"/>
          </ac:spMkLst>
        </pc:spChg>
        <pc:picChg chg="del">
          <ac:chgData name="Raghav Bajaj" userId="b697db162de8613d" providerId="LiveId" clId="{6099F8C4-2527-4AD0-A954-BA0ABC2B10C4}" dt="2026-09-29T16:44:33.912" v="1084" actId="478"/>
          <ac:picMkLst>
            <pc:docMk/>
            <pc:sldMk cId="0" sldId="262"/>
            <ac:picMk id="8" creationId="{00000000-0000-0000-0000-000000000000}"/>
          </ac:picMkLst>
        </pc:picChg>
        <pc:picChg chg="del">
          <ac:chgData name="Raghav Bajaj" userId="b697db162de8613d" providerId="LiveId" clId="{6099F8C4-2527-4AD0-A954-BA0ABC2B10C4}" dt="2026-09-29T16:44:15.349" v="1077" actId="478"/>
          <ac:picMkLst>
            <pc:docMk/>
            <pc:sldMk cId="0" sldId="262"/>
            <ac:picMk id="9" creationId="{00000000-0000-0000-0000-000000000000}"/>
          </ac:picMkLst>
        </pc:picChg>
        <pc:picChg chg="add del mod">
          <ac:chgData name="Raghav Bajaj" userId="b697db162de8613d" providerId="LiveId" clId="{6099F8C4-2527-4AD0-A954-BA0ABC2B10C4}" dt="2026-09-29T16:44:09.400" v="1076" actId="478"/>
          <ac:picMkLst>
            <pc:docMk/>
            <pc:sldMk cId="0" sldId="262"/>
            <ac:picMk id="20" creationId="{2EC89839-791F-8F1E-FE19-3A9305107BCF}"/>
          </ac:picMkLst>
        </pc:picChg>
        <pc:picChg chg="add mod">
          <ac:chgData name="Raghav Bajaj" userId="b697db162de8613d" providerId="LiveId" clId="{6099F8C4-2527-4AD0-A954-BA0ABC2B10C4}" dt="2026-09-29T16:45:36.044" v="1117" actId="1035"/>
          <ac:picMkLst>
            <pc:docMk/>
            <pc:sldMk cId="0" sldId="262"/>
            <ac:picMk id="27" creationId="{415F993C-9703-CD8B-2722-9CC1A4451513}"/>
          </ac:picMkLst>
        </pc:picChg>
      </pc:sldChg>
      <pc:sldChg chg="modSp mod">
        <pc:chgData name="Raghav Bajaj" userId="b697db162de8613d" providerId="LiveId" clId="{6099F8C4-2527-4AD0-A954-BA0ABC2B10C4}" dt="2026-09-29T16:53:52.084" v="1245" actId="14100"/>
        <pc:sldMkLst>
          <pc:docMk/>
          <pc:sldMk cId="0" sldId="263"/>
        </pc:sldMkLst>
        <pc:spChg chg="mod">
          <ac:chgData name="Raghav Bajaj" userId="b697db162de8613d" providerId="LiveId" clId="{6099F8C4-2527-4AD0-A954-BA0ABC2B10C4}" dt="2026-09-29T16:39:16.479" v="999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53:41.235" v="1244" actId="6549"/>
          <ac:spMkLst>
            <pc:docMk/>
            <pc:sldMk cId="0" sldId="263"/>
            <ac:spMk id="4" creationId="{00000000-0000-0000-0000-000000000000}"/>
          </ac:spMkLst>
        </pc:spChg>
        <pc:graphicFrameChg chg="mod modGraphic">
          <ac:chgData name="Raghav Bajaj" userId="b697db162de8613d" providerId="LiveId" clId="{6099F8C4-2527-4AD0-A954-BA0ABC2B10C4}" dt="2026-09-29T16:53:52.084" v="1245" actId="14100"/>
          <ac:graphicFrameMkLst>
            <pc:docMk/>
            <pc:sldMk cId="0" sldId="263"/>
            <ac:graphicFrameMk id="2" creationId="{00000000-0000-0000-0000-000000000000}"/>
          </ac:graphicFrameMkLst>
        </pc:graphicFrameChg>
      </pc:sldChg>
      <pc:sldChg chg="addSp delSp modSp mod">
        <pc:chgData name="Raghav Bajaj" userId="b697db162de8613d" providerId="LiveId" clId="{6099F8C4-2527-4AD0-A954-BA0ABC2B10C4}" dt="2026-09-29T16:51:58.748" v="1218" actId="6549"/>
        <pc:sldMkLst>
          <pc:docMk/>
          <pc:sldMk cId="0" sldId="264"/>
        </pc:sldMkLst>
        <pc:spChg chg="mod">
          <ac:chgData name="Raghav Bajaj" userId="b697db162de8613d" providerId="LiveId" clId="{6099F8C4-2527-4AD0-A954-BA0ABC2B10C4}" dt="2026-09-29T16:48:04.395" v="1124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50:22.083" v="1205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51:07.745" v="1210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48:31.156" v="1186" actId="1037"/>
          <ac:spMkLst>
            <pc:docMk/>
            <pc:sldMk cId="0" sldId="264"/>
            <ac:spMk id="5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50:31.514" v="1206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51:36.530" v="1215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24:55.134" v="357" actId="2057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51:58.748" v="1218" actId="6549"/>
          <ac:spMkLst>
            <pc:docMk/>
            <pc:sldMk cId="0" sldId="264"/>
            <ac:spMk id="11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50:01.791" v="1203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48:12.385" v="1125" actId="1410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50:59.563" v="1209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50:51.594" v="1208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51:13.380" v="1211" actId="107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51:18.602" v="1212" actId="14100"/>
          <ac:spMkLst>
            <pc:docMk/>
            <pc:sldMk cId="0" sldId="264"/>
            <ac:spMk id="17" creationId="{00000000-0000-0000-0000-000000000000}"/>
          </ac:spMkLst>
        </pc:spChg>
        <pc:picChg chg="del">
          <ac:chgData name="Raghav Bajaj" userId="b697db162de8613d" providerId="LiveId" clId="{6099F8C4-2527-4AD0-A954-BA0ABC2B10C4}" dt="2026-09-29T16:47:40.761" v="1119" actId="478"/>
          <ac:picMkLst>
            <pc:docMk/>
            <pc:sldMk cId="0" sldId="264"/>
            <ac:picMk id="8" creationId="{00000000-0000-0000-0000-000000000000}"/>
          </ac:picMkLst>
        </pc:picChg>
        <pc:picChg chg="del">
          <ac:chgData name="Raghav Bajaj" userId="b697db162de8613d" providerId="LiveId" clId="{6099F8C4-2527-4AD0-A954-BA0ABC2B10C4}" dt="2026-09-29T16:47:39.875" v="1118" actId="478"/>
          <ac:picMkLst>
            <pc:docMk/>
            <pc:sldMk cId="0" sldId="264"/>
            <ac:picMk id="9" creationId="{00000000-0000-0000-0000-000000000000}"/>
          </ac:picMkLst>
        </pc:picChg>
        <pc:picChg chg="add mod">
          <ac:chgData name="Raghav Bajaj" userId="b697db162de8613d" providerId="LiveId" clId="{6099F8C4-2527-4AD0-A954-BA0ABC2B10C4}" dt="2026-09-29T16:51:43.333" v="1216" actId="14100"/>
          <ac:picMkLst>
            <pc:docMk/>
            <pc:sldMk cId="0" sldId="264"/>
            <ac:picMk id="19" creationId="{9C8F5262-9968-A285-EB0C-F8899A97E697}"/>
          </ac:picMkLst>
        </pc:picChg>
      </pc:sldChg>
      <pc:sldChg chg="delSp modSp mod">
        <pc:chgData name="Raghav Bajaj" userId="b697db162de8613d" providerId="LiveId" clId="{6099F8C4-2527-4AD0-A954-BA0ABC2B10C4}" dt="2026-09-29T16:28:28.282" v="693" actId="20577"/>
        <pc:sldMkLst>
          <pc:docMk/>
          <pc:sldMk cId="0" sldId="265"/>
        </pc:sldMkLst>
        <pc:spChg chg="del">
          <ac:chgData name="Raghav Bajaj" userId="b697db162de8613d" providerId="LiveId" clId="{6099F8C4-2527-4AD0-A954-BA0ABC2B10C4}" dt="2026-09-29T16:25:20.109" v="386" actId="478"/>
          <ac:spMkLst>
            <pc:docMk/>
            <pc:sldMk cId="0" sldId="265"/>
            <ac:spMk id="6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25:12.795" v="385" actId="6549"/>
          <ac:spMkLst>
            <pc:docMk/>
            <pc:sldMk cId="0" sldId="265"/>
            <ac:spMk id="7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27:21.727" v="558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28:28.282" v="693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26:16.925" v="403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26:30.236" v="435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">
        <pc:chgData name="Raghav Bajaj" userId="b697db162de8613d" providerId="LiveId" clId="{6099F8C4-2527-4AD0-A954-BA0ABC2B10C4}" dt="2026-09-29T16:29:11.184" v="694" actId="47"/>
        <pc:sldMkLst>
          <pc:docMk/>
          <pc:sldMk cId="0" sldId="266"/>
        </pc:sldMkLst>
      </pc:sldChg>
      <pc:sldChg chg="del">
        <pc:chgData name="Raghav Bajaj" userId="b697db162de8613d" providerId="LiveId" clId="{6099F8C4-2527-4AD0-A954-BA0ABC2B10C4}" dt="2026-09-29T16:29:16.582" v="695" actId="47"/>
        <pc:sldMkLst>
          <pc:docMk/>
          <pc:sldMk cId="0" sldId="267"/>
        </pc:sldMkLst>
      </pc:sldChg>
      <pc:sldChg chg="delSp modSp mod">
        <pc:chgData name="Raghav Bajaj" userId="b697db162de8613d" providerId="LiveId" clId="{6099F8C4-2527-4AD0-A954-BA0ABC2B10C4}" dt="2026-09-29T16:29:48.545" v="724" actId="6549"/>
        <pc:sldMkLst>
          <pc:docMk/>
          <pc:sldMk cId="0" sldId="268"/>
        </pc:sldMkLst>
        <pc:spChg chg="mod">
          <ac:chgData name="Raghav Bajaj" userId="b697db162de8613d" providerId="LiveId" clId="{6099F8C4-2527-4AD0-A954-BA0ABC2B10C4}" dt="2026-09-29T16:29:48.545" v="724" actId="6549"/>
          <ac:spMkLst>
            <pc:docMk/>
            <pc:sldMk cId="0" sldId="268"/>
            <ac:spMk id="9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29:36.409" v="720" actId="478"/>
          <ac:spMkLst>
            <pc:docMk/>
            <pc:sldMk cId="0" sldId="268"/>
            <ac:spMk id="10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29:40.837" v="722" actId="478"/>
          <ac:spMkLst>
            <pc:docMk/>
            <pc:sldMk cId="0" sldId="268"/>
            <ac:spMk id="11" creationId="{00000000-0000-0000-0000-000000000000}"/>
          </ac:spMkLst>
        </pc:spChg>
        <pc:picChg chg="del">
          <ac:chgData name="Raghav Bajaj" userId="b697db162de8613d" providerId="LiveId" clId="{6099F8C4-2527-4AD0-A954-BA0ABC2B10C4}" dt="2026-09-29T16:29:38.502" v="721" actId="478"/>
          <ac:picMkLst>
            <pc:docMk/>
            <pc:sldMk cId="0" sldId="268"/>
            <ac:picMk id="6" creationId="{00000000-0000-0000-0000-000000000000}"/>
          </ac:picMkLst>
        </pc:picChg>
        <pc:picChg chg="del">
          <ac:chgData name="Raghav Bajaj" userId="b697db162de8613d" providerId="LiveId" clId="{6099F8C4-2527-4AD0-A954-BA0ABC2B10C4}" dt="2026-09-29T16:29:44.946" v="723" actId="478"/>
          <ac:picMkLst>
            <pc:docMk/>
            <pc:sldMk cId="0" sldId="268"/>
            <ac:picMk id="7" creationId="{00000000-0000-0000-0000-000000000000}"/>
          </ac:picMkLst>
        </pc:picChg>
      </pc:sldChg>
      <pc:sldChg chg="modSp mod">
        <pc:chgData name="Raghav Bajaj" userId="b697db162de8613d" providerId="LiveId" clId="{6099F8C4-2527-4AD0-A954-BA0ABC2B10C4}" dt="2026-09-29T16:37:27.250" v="944" actId="20577"/>
        <pc:sldMkLst>
          <pc:docMk/>
          <pc:sldMk cId="0" sldId="269"/>
        </pc:sldMkLst>
        <pc:spChg chg="mod">
          <ac:chgData name="Raghav Bajaj" userId="b697db162de8613d" providerId="LiveId" clId="{6099F8C4-2527-4AD0-A954-BA0ABC2B10C4}" dt="2026-09-29T16:37:27.250" v="944" actId="20577"/>
          <ac:spMkLst>
            <pc:docMk/>
            <pc:sldMk cId="0" sldId="269"/>
            <ac:spMk id="13" creationId="{00000000-0000-0000-0000-000000000000}"/>
          </ac:spMkLst>
        </pc:spChg>
      </pc:sldChg>
      <pc:sldChg chg="modSp mod">
        <pc:chgData name="Raghav Bajaj" userId="b697db162de8613d" providerId="LiveId" clId="{6099F8C4-2527-4AD0-A954-BA0ABC2B10C4}" dt="2026-09-29T16:37:37.954" v="945"/>
        <pc:sldMkLst>
          <pc:docMk/>
          <pc:sldMk cId="0" sldId="270"/>
        </pc:sldMkLst>
        <pc:spChg chg="mod">
          <ac:chgData name="Raghav Bajaj" userId="b697db162de8613d" providerId="LiveId" clId="{6099F8C4-2527-4AD0-A954-BA0ABC2B10C4}" dt="2026-09-29T16:37:37.954" v="945"/>
          <ac:spMkLst>
            <pc:docMk/>
            <pc:sldMk cId="0" sldId="270"/>
            <ac:spMk id="12" creationId="{00000000-0000-0000-0000-000000000000}"/>
          </ac:spMkLst>
        </pc:spChg>
        <pc:spChg chg="mod">
          <ac:chgData name="Raghav Bajaj" userId="b697db162de8613d" providerId="LiveId" clId="{6099F8C4-2527-4AD0-A954-BA0ABC2B10C4}" dt="2026-09-29T15:45:53.333" v="45"/>
          <ac:spMkLst>
            <pc:docMk/>
            <pc:sldMk cId="0" sldId="270"/>
            <ac:spMk id="13" creationId="{00000000-0000-0000-0000-000000000000}"/>
          </ac:spMkLst>
        </pc:spChg>
        <pc:spChg chg="mod">
          <ac:chgData name="Raghav Bajaj" userId="b697db162de8613d" providerId="LiveId" clId="{6099F8C4-2527-4AD0-A954-BA0ABC2B10C4}" dt="2026-09-29T15:48:28.887" v="87" actId="20577"/>
          <ac:spMkLst>
            <pc:docMk/>
            <pc:sldMk cId="0" sldId="270"/>
            <ac:spMk id="15" creationId="{00000000-0000-0000-0000-000000000000}"/>
          </ac:spMkLst>
        </pc:spChg>
        <pc:spChg chg="mod">
          <ac:chgData name="Raghav Bajaj" userId="b697db162de8613d" providerId="LiveId" clId="{6099F8C4-2527-4AD0-A954-BA0ABC2B10C4}" dt="2026-09-29T15:49:27.854" v="103" actId="20577"/>
          <ac:spMkLst>
            <pc:docMk/>
            <pc:sldMk cId="0" sldId="270"/>
            <ac:spMk id="17" creationId="{00000000-0000-0000-0000-000000000000}"/>
          </ac:spMkLst>
        </pc:spChg>
        <pc:spChg chg="mod">
          <ac:chgData name="Raghav Bajaj" userId="b697db162de8613d" providerId="LiveId" clId="{6099F8C4-2527-4AD0-A954-BA0ABC2B10C4}" dt="2026-09-29T15:49:55.886" v="159" actId="20577"/>
          <ac:spMkLst>
            <pc:docMk/>
            <pc:sldMk cId="0" sldId="270"/>
            <ac:spMk id="19" creationId="{00000000-0000-0000-0000-000000000000}"/>
          </ac:spMkLst>
        </pc:spChg>
        <pc:spChg chg="mod">
          <ac:chgData name="Raghav Bajaj" userId="b697db162de8613d" providerId="LiveId" clId="{6099F8C4-2527-4AD0-A954-BA0ABC2B10C4}" dt="2026-09-29T15:50:25.548" v="177" actId="20577"/>
          <ac:spMkLst>
            <pc:docMk/>
            <pc:sldMk cId="0" sldId="270"/>
            <ac:spMk id="20" creationId="{00000000-0000-0000-0000-000000000000}"/>
          </ac:spMkLst>
        </pc:spChg>
        <pc:spChg chg="mod">
          <ac:chgData name="Raghav Bajaj" userId="b697db162de8613d" providerId="LiveId" clId="{6099F8C4-2527-4AD0-A954-BA0ABC2B10C4}" dt="2026-09-29T15:50:11.774" v="171" actId="20577"/>
          <ac:spMkLst>
            <pc:docMk/>
            <pc:sldMk cId="0" sldId="270"/>
            <ac:spMk id="27" creationId="{00000000-0000-0000-0000-000000000000}"/>
          </ac:spMkLst>
        </pc:spChg>
        <pc:spChg chg="mod">
          <ac:chgData name="Raghav Bajaj" userId="b697db162de8613d" providerId="LiveId" clId="{6099F8C4-2527-4AD0-A954-BA0ABC2B10C4}" dt="2026-09-29T15:51:38.742" v="196" actId="20577"/>
          <ac:spMkLst>
            <pc:docMk/>
            <pc:sldMk cId="0" sldId="270"/>
            <ac:spMk id="28" creationId="{00000000-0000-0000-0000-000000000000}"/>
          </ac:spMkLst>
        </pc:spChg>
      </pc:sldChg>
      <pc:sldChg chg="delSp modSp add mod setBg">
        <pc:chgData name="Raghav Bajaj" userId="b697db162de8613d" providerId="LiveId" clId="{6099F8C4-2527-4AD0-A954-BA0ABC2B10C4}" dt="2026-09-29T16:36:17.794" v="874" actId="478"/>
        <pc:sldMkLst>
          <pc:docMk/>
          <pc:sldMk cId="0" sldId="271"/>
        </pc:sldMkLst>
        <pc:spChg chg="mod">
          <ac:chgData name="Raghav Bajaj" userId="b697db162de8613d" providerId="LiveId" clId="{6099F8C4-2527-4AD0-A954-BA0ABC2B10C4}" dt="2026-09-29T16:35:37.338" v="867" actId="14100"/>
          <ac:spMkLst>
            <pc:docMk/>
            <pc:sldMk cId="0" sldId="271"/>
            <ac:spMk id="2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36:09.880" v="872" actId="1076"/>
          <ac:spMkLst>
            <pc:docMk/>
            <pc:sldMk cId="0" sldId="271"/>
            <ac:spMk id="3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6:17.794" v="874" actId="478"/>
          <ac:spMkLst>
            <pc:docMk/>
            <pc:sldMk cId="0" sldId="271"/>
            <ac:spMk id="4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6:13.728" v="873" actId="478"/>
          <ac:spMkLst>
            <pc:docMk/>
            <pc:sldMk cId="0" sldId="271"/>
            <ac:spMk id="5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5:39.446" v="868" actId="478"/>
          <ac:spMkLst>
            <pc:docMk/>
            <pc:sldMk cId="0" sldId="271"/>
            <ac:spMk id="6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5:47.493" v="870" actId="478"/>
          <ac:spMkLst>
            <pc:docMk/>
            <pc:sldMk cId="0" sldId="271"/>
            <ac:spMk id="7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4:53.201" v="856" actId="478"/>
          <ac:spMkLst>
            <pc:docMk/>
            <pc:sldMk cId="0" sldId="271"/>
            <ac:spMk id="12" creationId="{00000000-0000-0000-0000-000000000000}"/>
          </ac:spMkLst>
        </pc:spChg>
        <pc:spChg chg="mod">
          <ac:chgData name="Raghav Bajaj" userId="b697db162de8613d" providerId="LiveId" clId="{6099F8C4-2527-4AD0-A954-BA0ABC2B10C4}" dt="2026-09-29T16:34:55.779" v="861" actId="20577"/>
          <ac:spMkLst>
            <pc:docMk/>
            <pc:sldMk cId="0" sldId="271"/>
            <ac:spMk id="13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5:27.303" v="865" actId="478"/>
          <ac:spMkLst>
            <pc:docMk/>
            <pc:sldMk cId="0" sldId="271"/>
            <ac:spMk id="15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5:12.093" v="862" actId="478"/>
          <ac:spMkLst>
            <pc:docMk/>
            <pc:sldMk cId="0" sldId="271"/>
            <ac:spMk id="16" creationId="{00000000-0000-0000-0000-000000000000}"/>
          </ac:spMkLst>
        </pc:spChg>
        <pc:spChg chg="del">
          <ac:chgData name="Raghav Bajaj" userId="b697db162de8613d" providerId="LiveId" clId="{6099F8C4-2527-4AD0-A954-BA0ABC2B10C4}" dt="2026-09-29T16:35:30.586" v="866" actId="478"/>
          <ac:spMkLst>
            <pc:docMk/>
            <pc:sldMk cId="0" sldId="271"/>
            <ac:spMk id="18" creationId="{00000000-0000-0000-0000-000000000000}"/>
          </ac:spMkLst>
        </pc:spChg>
        <pc:spChg chg="del mod">
          <ac:chgData name="Raghav Bajaj" userId="b697db162de8613d" providerId="LiveId" clId="{6099F8C4-2527-4AD0-A954-BA0ABC2B10C4}" dt="2026-09-29T16:35:18.622" v="864" actId="478"/>
          <ac:spMkLst>
            <pc:docMk/>
            <pc:sldMk cId="0" sldId="271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F8CC3-D1BA-4943-9E33-DBB2668ECD5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4B0E8-E04F-4ABF-A809-A1A854520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5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4B0E8-E04F-4ABF-A809-A1A85452019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634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5438775"/>
            <a:ext cx="10515600" cy="733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8200" y="5438775"/>
            <a:ext cx="105156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8200" y="70485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200" y="2142232"/>
            <a:ext cx="9101137" cy="602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 dirty="0">
                <a:solidFill>
                  <a:srgbClr val="F8FAFC"/>
                </a:solidFill>
                <a:latin typeface="Plus Jakarta Sans"/>
              </a:rPr>
              <a:t>Loan Default Risk </a:t>
            </a:r>
            <a:r>
              <a:rPr lang="en-IN" sz="4050" b="1" i="0" u="none" dirty="0">
                <a:solidFill>
                  <a:srgbClr val="F8FAFC"/>
                </a:solidFill>
                <a:latin typeface="Plus Jakarta Sans"/>
              </a:rPr>
              <a:t>Analysis</a:t>
            </a:r>
            <a:endParaRPr sz="405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3553717"/>
            <a:ext cx="6953250" cy="28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sz="1575" b="0" i="0" u="none" dirty="0">
                <a:solidFill>
                  <a:srgbClr val="94A3B8"/>
                </a:solidFill>
                <a:latin typeface="Plus Jakarta Sans"/>
              </a:rPr>
              <a:t>Pinpointing high-default borrower segments and </a:t>
            </a:r>
            <a:r>
              <a:rPr lang="en-IN" sz="1575" b="0" i="0" u="none" dirty="0">
                <a:solidFill>
                  <a:srgbClr val="94A3B8"/>
                </a:solidFill>
                <a:latin typeface="Plus Jakarta Sans"/>
              </a:rPr>
              <a:t>making decision for </a:t>
            </a:r>
            <a:r>
              <a:rPr lang="en-IN" sz="1575" dirty="0">
                <a:solidFill>
                  <a:srgbClr val="94A3B8"/>
                </a:solidFill>
                <a:latin typeface="Plus Jakarta Sans"/>
              </a:rPr>
              <a:t>manual review</a:t>
            </a:r>
            <a:r>
              <a:rPr sz="1575" b="0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" y="685800"/>
            <a:ext cx="2286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94A3B8"/>
                </a:solidFill>
                <a:latin typeface="Space Grotesk"/>
              </a:rPr>
              <a:t>CREDIT RISK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5715000"/>
            <a:ext cx="1785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DEFAULT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5905500"/>
            <a:ext cx="17859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11.94% (268K)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085975"/>
            <a:ext cx="5257800" cy="1920635"/>
          </a:xfrm>
          <a:prstGeom prst="roundRect">
            <a:avLst>
              <a:gd name="adj" fmla="val 4210"/>
            </a:avLst>
          </a:prstGeom>
          <a:solidFill>
            <a:srgbClr val="FFF5F5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085975"/>
            <a:ext cx="5257800" cy="1920635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38225" y="2476500"/>
            <a:ext cx="1057275" cy="2857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00825" y="2476500"/>
            <a:ext cx="1076325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575" y="2505075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025" y="2505075"/>
            <a:ext cx="2857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752475"/>
            <a:ext cx="2606034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Business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2990850"/>
            <a:ext cx="4880610" cy="643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sz="1950" b="1" i="0" u="none">
                <a:solidFill>
                  <a:srgbClr val="991B1B"/>
                </a:solidFill>
                <a:latin typeface="Plus Jakarta Sans"/>
              </a:rPr>
              <a:t>Which customer segments have the highest loan default probability?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2990850"/>
            <a:ext cx="4880610" cy="643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sz="1950" b="1" i="0" u="none" dirty="0">
                <a:solidFill>
                  <a:srgbClr val="0F172A"/>
                </a:solidFill>
                <a:latin typeface="Plus Jakarta Sans"/>
              </a:rPr>
              <a:t>Which applications should the credit team manually review?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1575" y="2533650"/>
            <a:ext cx="8858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Space Grotesk"/>
              </a:rPr>
              <a:t>QUESTION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4175" y="2533650"/>
            <a:ext cx="904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QUESTION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905125"/>
            <a:ext cx="2533650" cy="19812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48050" y="2905125"/>
            <a:ext cx="2533650" cy="198120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905125"/>
            <a:ext cx="2533650" cy="1981200"/>
          </a:xfrm>
          <a:prstGeom prst="roundRect">
            <a:avLst>
              <a:gd name="adj" fmla="val 7692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72550" y="2905125"/>
            <a:ext cx="2533650" cy="19812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57227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Space Grotesk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52475"/>
            <a:ext cx="5105821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Loan Volume &amp; Baseline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2975" y="3219450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TOTAL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3505200"/>
            <a:ext cx="2524125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>
                <a:solidFill>
                  <a:srgbClr val="0F172A"/>
                </a:solidFill>
                <a:latin typeface="Space Grotesk"/>
              </a:rPr>
              <a:t>2.24M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4210050"/>
            <a:ext cx="21145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Total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5225" y="3219450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DEFAULTED LOANS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5225" y="3505200"/>
            <a:ext cx="2524125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>
                <a:solidFill>
                  <a:srgbClr val="DC2626"/>
                </a:solidFill>
                <a:latin typeface="Space Grotesk"/>
              </a:rPr>
              <a:t>268K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5225" y="4210050"/>
            <a:ext cx="21145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B91C1C"/>
                </a:solidFill>
                <a:latin typeface="Plus Jakarta Sans"/>
              </a:rPr>
              <a:t>Total</a:t>
            </a:r>
            <a:r>
              <a:rPr lang="en-IN" sz="1125" b="0" i="0" u="none" dirty="0">
                <a:solidFill>
                  <a:srgbClr val="B91C1C"/>
                </a:solidFill>
                <a:latin typeface="Plus Jakarta Sans"/>
              </a:rPr>
              <a:t> </a:t>
            </a:r>
            <a:r>
              <a:rPr sz="1125" b="0" i="0" u="none" dirty="0">
                <a:solidFill>
                  <a:srgbClr val="B91C1C"/>
                </a:solidFill>
                <a:latin typeface="Plus Jakarta Sans"/>
              </a:rPr>
              <a:t>default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3219450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A3412"/>
                </a:solidFill>
                <a:latin typeface="Plus Jakarta Sans"/>
              </a:rPr>
              <a:t>OVERALL DEFAULT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3505200"/>
            <a:ext cx="2524125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>
                <a:solidFill>
                  <a:srgbClr val="EA580C"/>
                </a:solidFill>
                <a:latin typeface="Space Grotesk"/>
              </a:rPr>
              <a:t>11.94%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4210050"/>
            <a:ext cx="21145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C2410C"/>
                </a:solidFill>
                <a:latin typeface="Plus Jakarta Sans"/>
              </a:rPr>
              <a:t>Portfolio-wide default 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9725" y="3219450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AVERAGE RISK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9725" y="3505200"/>
            <a:ext cx="2524125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>
                <a:solidFill>
                  <a:srgbClr val="0F172A"/>
                </a:solidFill>
                <a:latin typeface="Space Grotesk"/>
              </a:rPr>
              <a:t>12.82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9725" y="4210050"/>
            <a:ext cx="21145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Po</a:t>
            </a:r>
            <a:r>
              <a:rPr lang="en-IN" sz="1125" b="0" i="0" u="none" dirty="0" err="1">
                <a:solidFill>
                  <a:srgbClr val="475569"/>
                </a:solidFill>
                <a:latin typeface="Plus Jakarta Sans"/>
              </a:rPr>
              <a:t>rtfolio</a:t>
            </a:r>
            <a:r>
              <a:rPr lang="en-IN" sz="1125" b="0" i="0" u="none" dirty="0">
                <a:solidFill>
                  <a:srgbClr val="475569"/>
                </a:solidFill>
                <a:latin typeface="Plus Jakarta Sans"/>
              </a:rPr>
              <a:t>-wide average risk score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09600" y="657225"/>
            <a:ext cx="2415790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Executive Overview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5610358-6B3D-B723-3E67-6F444AF2E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939" y="1202827"/>
            <a:ext cx="9765103" cy="534356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D669FC7-60DD-E178-727F-37C0E67356D9}"/>
              </a:ext>
            </a:extLst>
          </p:cNvPr>
          <p:cNvSpPr txBox="1"/>
          <p:nvPr/>
        </p:nvSpPr>
        <p:spPr>
          <a:xfrm>
            <a:off x="609600" y="457200"/>
            <a:ext cx="117981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75" b="1" dirty="0">
                <a:solidFill>
                  <a:srgbClr val="DC2626"/>
                </a:solidFill>
                <a:latin typeface="Space Grotesk"/>
              </a:rPr>
              <a:t>BUSINESS QUESTION 1</a:t>
            </a:r>
            <a:endParaRPr sz="975" b="1" i="0" u="none" dirty="0">
              <a:solidFill>
                <a:srgbClr val="DC2626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52662"/>
            <a:ext cx="3555950" cy="1476375"/>
          </a:xfrm>
          <a:prstGeom prst="roundRect">
            <a:avLst>
              <a:gd name="adj" fmla="val 7741"/>
            </a:avLst>
          </a:prstGeom>
          <a:solidFill>
            <a:srgbClr val="FFF5F5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17950" y="2252662"/>
            <a:ext cx="3555950" cy="1476375"/>
          </a:xfrm>
          <a:prstGeom prst="roundRect">
            <a:avLst>
              <a:gd name="adj" fmla="val 7741"/>
            </a:avLst>
          </a:prstGeom>
          <a:solidFill>
            <a:srgbClr val="FFF5F5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252662"/>
            <a:ext cx="3555950" cy="1476375"/>
          </a:xfrm>
          <a:prstGeom prst="roundRect">
            <a:avLst>
              <a:gd name="adj" fmla="val 7741"/>
            </a:avLst>
          </a:prstGeom>
          <a:solidFill>
            <a:srgbClr val="FFF5F5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881437"/>
            <a:ext cx="3555950" cy="1476375"/>
          </a:xfrm>
          <a:prstGeom prst="roundRect">
            <a:avLst>
              <a:gd name="adj" fmla="val 7741"/>
            </a:avLst>
          </a:prstGeom>
          <a:solidFill>
            <a:srgbClr val="FFF5F5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17950" y="3881437"/>
            <a:ext cx="3555950" cy="1476375"/>
          </a:xfrm>
          <a:prstGeom prst="roundRect">
            <a:avLst>
              <a:gd name="adj" fmla="val 7741"/>
            </a:avLst>
          </a:prstGeom>
          <a:solidFill>
            <a:srgbClr val="FFF5F5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26300" y="3881437"/>
            <a:ext cx="3555950" cy="1476375"/>
          </a:xfrm>
          <a:prstGeom prst="roundRect">
            <a:avLst>
              <a:gd name="adj" fmla="val 7741"/>
            </a:avLst>
          </a:prstGeom>
          <a:solidFill>
            <a:srgbClr val="FFF5F5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2471737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025" y="2471737"/>
            <a:ext cx="1333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375" y="2471737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4100512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5375" y="4100512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7981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75" b="1" dirty="0">
                <a:solidFill>
                  <a:srgbClr val="DC2626"/>
                </a:solidFill>
                <a:latin typeface="Space Grotesk"/>
              </a:rPr>
              <a:t>BUSINESS QUESTION 1</a:t>
            </a:r>
            <a:endParaRPr sz="975" b="1" i="0" u="none" dirty="0">
              <a:solidFill>
                <a:srgbClr val="DC2626"/>
              </a:solidFill>
              <a:latin typeface="Space Grotes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" y="657225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Customer Segments with Highest Default 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2738437"/>
            <a:ext cx="389725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DC2626"/>
                </a:solidFill>
                <a:latin typeface="Space Grotesk"/>
              </a:rPr>
              <a:t>35.0% – 38.2%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3186112"/>
            <a:ext cx="3897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F1D1D"/>
                </a:solidFill>
                <a:latin typeface="Plus Jakarta Sans"/>
              </a:rPr>
              <a:t>Over 11x default rate of Grade A (3.3%).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7025" y="2738437"/>
            <a:ext cx="389725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DC2626"/>
                </a:solidFill>
                <a:latin typeface="Space Grotesk"/>
              </a:rPr>
              <a:t>24.7%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7025" y="3186112"/>
            <a:ext cx="295112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7F1D1D"/>
                </a:solidFill>
                <a:latin typeface="Plus Jakarta Sans"/>
              </a:rPr>
              <a:t>Default jumps 5x compared to &lt;10% </a:t>
            </a:r>
            <a:r>
              <a:rPr lang="en-IN" sz="1050" dirty="0">
                <a:solidFill>
                  <a:srgbClr val="7F1D1D"/>
                </a:solidFill>
                <a:latin typeface="Plus Jakarta Sans"/>
              </a:rPr>
              <a:t>Interest rate</a:t>
            </a:r>
            <a:r>
              <a:rPr sz="1050" b="0" i="0" u="none" dirty="0">
                <a:solidFill>
                  <a:srgbClr val="7F1D1D"/>
                </a:solidFill>
                <a:latin typeface="Plus Jakarta Sans"/>
              </a:rPr>
              <a:t> tier.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5375" y="2738437"/>
            <a:ext cx="389725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DC2626"/>
                </a:solidFill>
                <a:latin typeface="Space Grotesk"/>
              </a:rPr>
              <a:t>16.2%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5375" y="3186112"/>
            <a:ext cx="32130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F1D1D"/>
                </a:solidFill>
                <a:latin typeface="Plus Jakarta Sans"/>
              </a:rPr>
              <a:t>1.6x higher default rate than 36-month terms (10.2%).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367212"/>
            <a:ext cx="389725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DC2626"/>
                </a:solidFill>
                <a:latin typeface="Space Grotesk"/>
              </a:rPr>
              <a:t>19.0% – 20.8%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814887"/>
            <a:ext cx="3897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F1D1D"/>
                </a:solidFill>
                <a:latin typeface="Plus Jakarta Sans"/>
              </a:rPr>
              <a:t>Educational (20.8%) &amp; Small Business (19.0%).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7025" y="4367212"/>
            <a:ext cx="389725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DC2626"/>
                </a:solidFill>
                <a:latin typeface="Space Grotesk"/>
              </a:rPr>
              <a:t>17.1%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7025" y="4814887"/>
            <a:ext cx="32130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F1D1D"/>
                </a:solidFill>
                <a:latin typeface="Plus Jakarta Sans"/>
              </a:rPr>
              <a:t>5.5x higher default probability than 800+ tier (3.1%).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5375" y="4367212"/>
            <a:ext cx="389725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DC2626"/>
                </a:solidFill>
                <a:latin typeface="Space Grotesk"/>
              </a:rPr>
              <a:t>14.4%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5375" y="4814887"/>
            <a:ext cx="3897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F1D1D"/>
                </a:solidFill>
                <a:latin typeface="Plus Jakarta Sans"/>
              </a:rPr>
              <a:t>Over 2x default rate of $250K+ earners (6.7%).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6325" y="2452687"/>
            <a:ext cx="188773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991B1B"/>
                </a:solidFill>
                <a:latin typeface="Plus Jakarta Sans"/>
              </a:rPr>
              <a:t>Credit Grade F &amp;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46575" y="2452687"/>
            <a:ext cx="1680012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991B1B"/>
                </a:solidFill>
                <a:latin typeface="Plus Jakarta Sans"/>
              </a:rPr>
              <a:t>High</a:t>
            </a:r>
            <a:r>
              <a:rPr lang="en-IN" sz="1275" b="1" i="0" u="none" dirty="0">
                <a:solidFill>
                  <a:srgbClr val="991B1B"/>
                </a:solidFill>
                <a:latin typeface="Plus Jakarta Sans"/>
              </a:rPr>
              <a:t> Interest rate</a:t>
            </a:r>
            <a:r>
              <a:rPr sz="1275" b="1" i="0" u="none" dirty="0">
                <a:solidFill>
                  <a:srgbClr val="991B1B"/>
                </a:solidFill>
                <a:latin typeface="Plus Jakarta Sans"/>
              </a:rPr>
              <a:t> (&gt;20%)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3975" y="2452687"/>
            <a:ext cx="215026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991B1B"/>
                </a:solidFill>
                <a:latin typeface="Plus Jakarta Sans"/>
              </a:rPr>
              <a:t>60-Month Loan Term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325" y="4081462"/>
            <a:ext cx="19002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991B1B"/>
                </a:solidFill>
                <a:latin typeface="Plus Jakarta Sans"/>
              </a:rPr>
              <a:t>High-Risk Purpose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3225" y="4081462"/>
            <a:ext cx="144018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991B1B"/>
                </a:solidFill>
                <a:latin typeface="Plus Jakarta Sans"/>
              </a:rPr>
              <a:t>FICO 612–669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3025" y="4081462"/>
            <a:ext cx="226278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991B1B"/>
                </a:solidFill>
                <a:latin typeface="Plus Jakarta Sans"/>
              </a:rPr>
              <a:t>Annual Income &lt;$40K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09600" y="657225"/>
            <a:ext cx="1399614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Risk Drivers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02E2186-BD08-D84F-C8C6-D517A9243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888" y="1111800"/>
            <a:ext cx="9766800" cy="54324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7EB32A0-30ED-C144-5C0D-76D27818903D}"/>
              </a:ext>
            </a:extLst>
          </p:cNvPr>
          <p:cNvSpPr txBox="1"/>
          <p:nvPr/>
        </p:nvSpPr>
        <p:spPr>
          <a:xfrm>
            <a:off x="609600" y="457200"/>
            <a:ext cx="117981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75" b="1" dirty="0">
                <a:solidFill>
                  <a:srgbClr val="DC2626"/>
                </a:solidFill>
                <a:latin typeface="Space Grotesk"/>
              </a:rPr>
              <a:t>BUSINESS QUESTION 1</a:t>
            </a:r>
            <a:endParaRPr sz="975" b="1" i="0" u="none" dirty="0">
              <a:solidFill>
                <a:srgbClr val="DC2626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86136"/>
            <a:ext cx="3543300" cy="1645741"/>
          </a:xfrm>
          <a:prstGeom prst="roundRect">
            <a:avLst>
              <a:gd name="adj" fmla="val 69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24350" y="2186136"/>
            <a:ext cx="3543300" cy="1645741"/>
          </a:xfrm>
          <a:prstGeom prst="roundRect">
            <a:avLst>
              <a:gd name="adj" fmla="val 69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39100" y="2186136"/>
            <a:ext cx="3543300" cy="1645741"/>
          </a:xfrm>
          <a:prstGeom prst="roundRect">
            <a:avLst>
              <a:gd name="adj" fmla="val 69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84277"/>
            <a:ext cx="5400675" cy="1440060"/>
          </a:xfrm>
          <a:prstGeom prst="roundRect">
            <a:avLst>
              <a:gd name="adj" fmla="val 79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81725" y="3984277"/>
            <a:ext cx="5400675" cy="1440060"/>
          </a:xfrm>
          <a:prstGeom prst="roundRect">
            <a:avLst>
              <a:gd name="adj" fmla="val 79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2405211"/>
            <a:ext cx="219075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2405211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175" y="2405211"/>
            <a:ext cx="219075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4203352"/>
            <a:ext cx="2190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203352"/>
            <a:ext cx="1714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7981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975" b="1" dirty="0">
                <a:solidFill>
                  <a:srgbClr val="DC2626"/>
                </a:solidFill>
                <a:latin typeface="Space Grotesk"/>
              </a:rPr>
              <a:t>BUSINESS QUESTION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7225"/>
            <a:ext cx="6280630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250" b="1" dirty="0">
                <a:solidFill>
                  <a:srgbClr val="0F172A"/>
                </a:solidFill>
                <a:latin typeface="Plus Jakarta Sans"/>
              </a:rPr>
              <a:t>Customer Segments with Highest Default Probability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2671911"/>
            <a:ext cx="3881437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2550" b="1" i="0" u="none">
                <a:solidFill>
                  <a:srgbClr val="DC2626"/>
                </a:solidFill>
                <a:latin typeface="Space Grotesk"/>
              </a:rPr>
              <a:t>15.1%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3071961"/>
            <a:ext cx="320040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Defaults peak at </a:t>
            </a:r>
            <a:r>
              <a:rPr sz="1050" b="1" i="0" u="none" dirty="0">
                <a:solidFill>
                  <a:srgbClr val="475569"/>
                </a:solidFill>
                <a:latin typeface="Plus Jakarta Sans"/>
              </a:rPr>
              <a:t>36–44% DTI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. Higher ratios drop to 5.8%.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3425" y="2671911"/>
            <a:ext cx="3881437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13.9%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3425" y="3071961"/>
            <a:ext cx="3200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Renters experience higher defaults</a:t>
            </a:r>
            <a:r>
              <a:rPr lang="en-IN"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than mortgage (10.4%); "Other" peaks at 21.7%.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8175" y="2671911"/>
            <a:ext cx="3881437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2550" b="1" i="0" u="none">
                <a:solidFill>
                  <a:srgbClr val="2563EB"/>
                </a:solidFill>
                <a:latin typeface="Space Grotesk"/>
              </a:rPr>
              <a:t>15.9%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8175" y="3071961"/>
            <a:ext cx="320040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Verified loans default at 15.9% vs 8.1% unverified</a:t>
            </a:r>
            <a:r>
              <a:rPr lang="en-IN" sz="1050" dirty="0">
                <a:solidFill>
                  <a:srgbClr val="475569"/>
                </a:solidFill>
                <a:latin typeface="Plus Jakarta Sans"/>
              </a:rPr>
              <a:t>.</a:t>
            </a:r>
            <a:endParaRPr sz="1050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8675" y="4470052"/>
            <a:ext cx="1837041" cy="3120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11.</a:t>
            </a:r>
            <a:r>
              <a:rPr lang="en-IN" sz="2400" b="1" i="0" u="none" dirty="0">
                <a:solidFill>
                  <a:srgbClr val="0F172A"/>
                </a:solidFill>
                <a:latin typeface="Space Grotesk"/>
              </a:rPr>
              <a:t>8</a:t>
            </a:r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% – 1</a:t>
            </a:r>
            <a:r>
              <a:rPr lang="en-IN" sz="2400" b="1" i="0" u="none" dirty="0">
                <a:solidFill>
                  <a:srgbClr val="0F172A"/>
                </a:solidFill>
                <a:latin typeface="Space Grotesk"/>
              </a:rPr>
              <a:t>4</a:t>
            </a:r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.</a:t>
            </a:r>
            <a:r>
              <a:rPr lang="en-IN" sz="2400" b="1" i="0" u="none" dirty="0">
                <a:solidFill>
                  <a:srgbClr val="0F172A"/>
                </a:solidFill>
                <a:latin typeface="Space Grotesk"/>
              </a:rPr>
              <a:t>6</a:t>
            </a:r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851052"/>
            <a:ext cx="50577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Default stays virtually flat across all reported tenure years (11.8% for &lt;1 yr vs 11.1% for 10+ yrs). Unknown tenure peaks at 14.6%.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70052"/>
            <a:ext cx="57912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10.4% – 13.2%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51052"/>
            <a:ext cx="50577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Default rates show minimal variance across loan amounts: $0–10K (10.4%), $10–20K (13.0%), $20–30K (13.2%), and $30–40K (11.7%).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386161"/>
            <a:ext cx="185023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Peak DTI Inversion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9175" y="2386161"/>
            <a:ext cx="225028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Home Ownership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0" y="2386161"/>
            <a:ext cx="165020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Verification Bias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184302"/>
            <a:ext cx="1785297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Employment Length (Flat)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0" y="4184302"/>
            <a:ext cx="913776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Loan Amount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09600" y="657225"/>
            <a:ext cx="1399614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2250" b="1" dirty="0">
                <a:solidFill>
                  <a:srgbClr val="0F172A"/>
                </a:solidFill>
                <a:latin typeface="Plus Jakarta Sans"/>
              </a:rPr>
              <a:t>Risk Drivers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15F993C-9703-CD8B-2722-9CC1A445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600" y="1074506"/>
            <a:ext cx="9766800" cy="548894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9CD611E-E430-F2D6-0009-C5DB913A4875}"/>
              </a:ext>
            </a:extLst>
          </p:cNvPr>
          <p:cNvSpPr txBox="1"/>
          <p:nvPr/>
        </p:nvSpPr>
        <p:spPr>
          <a:xfrm>
            <a:off x="609600" y="457200"/>
            <a:ext cx="117981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75" b="1" dirty="0">
                <a:solidFill>
                  <a:srgbClr val="DC2626"/>
                </a:solidFill>
                <a:latin typeface="Space Grotesk"/>
              </a:rPr>
              <a:t>BUSINESS QUESTION 1</a:t>
            </a:r>
            <a:endParaRPr sz="975" b="1" i="0" u="none" dirty="0">
              <a:solidFill>
                <a:srgbClr val="DC2626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738078"/>
              </p:ext>
            </p:extLst>
          </p:nvPr>
        </p:nvGraphicFramePr>
        <p:xfrm>
          <a:off x="685800" y="1685026"/>
          <a:ext cx="10729823" cy="3544200"/>
        </p:xfrm>
        <a:graphic>
          <a:graphicData uri="http://schemas.openxmlformats.org/drawingml/2006/table">
            <a:tbl>
              <a:tblPr/>
              <a:tblGrid>
                <a:gridCol w="2451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8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9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84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Risk Score Slab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Risk Tier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1" i="0" u="none" dirty="0">
                          <a:solidFill>
                            <a:srgbClr val="64748B"/>
                          </a:solidFill>
                          <a:latin typeface="Plus Jakarta Sans"/>
                        </a:rPr>
                        <a:t>Manual Review</a:t>
                      </a:r>
                      <a:endParaRPr sz="1050" b="1" i="0" u="none" dirty="0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64748B"/>
                          </a:solidFill>
                          <a:latin typeface="Plus Jakarta Sans"/>
                        </a:rPr>
                        <a:t>Portfolio Volume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84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0 – 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16A34A"/>
                          </a:solidFill>
                          <a:latin typeface="Plus Jakarta Sans"/>
                        </a:rPr>
                        <a:t>Low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NO MANUAL REVIEW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475569"/>
                          </a:solidFill>
                          <a:latin typeface="Space Grotesk"/>
                        </a:rPr>
                        <a:t>0.002M (0.1%)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84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7 – 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Moderate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NO MANUAL REVIEW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Space Grotesk"/>
                        </a:rPr>
                        <a:t>1.130M (50.3%)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84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DC2626"/>
                          </a:solidFill>
                          <a:latin typeface="Space Grotesk"/>
                        </a:rPr>
                        <a:t>13 – 18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High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MANDATORY REVIEW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DC2626"/>
                          </a:solidFill>
                          <a:latin typeface="Space Grotesk"/>
                        </a:rPr>
                        <a:t>0.986M (44.0%)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84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91B1B"/>
                          </a:solidFill>
                          <a:latin typeface="Space Grotesk"/>
                        </a:rPr>
                        <a:t>19 – 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91B1B"/>
                          </a:solidFill>
                          <a:latin typeface="Plus Jakarta Sans"/>
                        </a:rPr>
                        <a:t>Very High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91B1B"/>
                          </a:solidFill>
                          <a:latin typeface="Plus Jakarta Sans"/>
                        </a:rPr>
                        <a:t>MANDATORY REVIEW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991B1B"/>
                          </a:solidFill>
                          <a:latin typeface="Space Grotesk"/>
                        </a:rPr>
                        <a:t>0.127M (5.6%)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533400"/>
            <a:ext cx="117981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DC2626"/>
                </a:solidFill>
                <a:latin typeface="Space Grotesk"/>
              </a:rPr>
              <a:t>BUS</a:t>
            </a:r>
            <a:r>
              <a:rPr lang="en-IN" sz="975" b="1" i="0" u="none" dirty="0">
                <a:solidFill>
                  <a:srgbClr val="DC2626"/>
                </a:solidFill>
                <a:latin typeface="Space Grotesk"/>
              </a:rPr>
              <a:t>INESS QUESTION 2</a:t>
            </a:r>
            <a:endParaRPr sz="975" b="1" i="0" u="none" dirty="0">
              <a:solidFill>
                <a:srgbClr val="DC2626"/>
              </a:solidFill>
              <a:latin typeface="Space Grotes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752475"/>
            <a:ext cx="320177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Manual Review Decision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57967" y="2224087"/>
            <a:ext cx="2824432" cy="952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77330" y="3357562"/>
            <a:ext cx="2766970" cy="952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777329" y="4433887"/>
            <a:ext cx="2805069" cy="952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39230" y="2224087"/>
            <a:ext cx="38100" cy="952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39230" y="3328987"/>
            <a:ext cx="38100" cy="952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8721593" y="4433887"/>
            <a:ext cx="38100" cy="952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49720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75" b="1" i="0" u="none" dirty="0">
                <a:solidFill>
                  <a:srgbClr val="2563EB"/>
                </a:solidFill>
                <a:latin typeface="Space Grotesk"/>
              </a:rPr>
              <a:t>RISK SCORING </a:t>
            </a:r>
            <a:r>
              <a:rPr sz="975" b="1" i="0" u="none" dirty="0">
                <a:solidFill>
                  <a:srgbClr val="2563EB"/>
                </a:solidFill>
                <a:latin typeface="Space Grotesk"/>
              </a:rPr>
              <a:t>DASHBOARD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7225"/>
            <a:ext cx="5730736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Application Scoring &amp; </a:t>
            </a:r>
            <a:r>
              <a:rPr lang="en-IN" sz="2250" b="1" i="0" u="none" dirty="0">
                <a:solidFill>
                  <a:srgbClr val="0F172A"/>
                </a:solidFill>
                <a:latin typeface="Plus Jakarta Sans"/>
              </a:rPr>
              <a:t>Manual Review 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5429" y="2380304"/>
            <a:ext cx="1755881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Point Factor Weighting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0701" y="2643187"/>
            <a:ext cx="2617397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Grade E contributes 4 points; Term, Income &amp; Rent add 2 points 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674" y="3510925"/>
            <a:ext cx="1858321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Individual Score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0701" y="3763812"/>
            <a:ext cx="2559888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Sample Application 1000007 scores 19 points, requiring manual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8548" y="4580579"/>
            <a:ext cx="1647695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275" b="1" dirty="0">
                <a:solidFill>
                  <a:srgbClr val="0F172A"/>
                </a:solidFill>
                <a:latin typeface="Plus Jakarta Sans"/>
              </a:rPr>
              <a:t>M</a:t>
            </a:r>
            <a:r>
              <a:rPr lang="en-IN" sz="1275" b="1" i="0" u="none" dirty="0">
                <a:solidFill>
                  <a:srgbClr val="0F172A"/>
                </a:solidFill>
                <a:latin typeface="Plus Jakarta Sans"/>
              </a:rPr>
              <a:t>anual review decision </a:t>
            </a:r>
            <a:endParaRPr sz="1275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50701" y="4852987"/>
            <a:ext cx="2617398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Transparent point breakdown ensures full regulatory fairness and traceability.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8F5262-9968-A285-EB0C-F8899A97E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455"/>
            <a:ext cx="8624256" cy="53435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581275"/>
            <a:ext cx="5238750" cy="2600325"/>
          </a:xfrm>
          <a:prstGeom prst="roundRect">
            <a:avLst>
              <a:gd name="adj" fmla="val 5860"/>
            </a:avLst>
          </a:prstGeom>
          <a:solidFill>
            <a:srgbClr val="FFF5F5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581275"/>
            <a:ext cx="5238750" cy="2600325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952750"/>
            <a:ext cx="28575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5" y="2952750"/>
            <a:ext cx="1714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752475"/>
            <a:ext cx="197547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Manual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390900"/>
            <a:ext cx="5667375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DC2626"/>
                </a:solidFill>
                <a:latin typeface="Space Grotesk"/>
              </a:rPr>
              <a:t>49.55%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133850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1,113,000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4429125"/>
            <a:ext cx="4629150" cy="191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IN" sz="1125" dirty="0">
                <a:solidFill>
                  <a:srgbClr val="7F1D1D"/>
                </a:solidFill>
                <a:latin typeface="Plus Jakarta Sans"/>
              </a:rPr>
              <a:t>Credit team should review applications</a:t>
            </a:r>
            <a:r>
              <a:rPr sz="1125" b="0" i="0" u="none" dirty="0">
                <a:solidFill>
                  <a:srgbClr val="7F1D1D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Plus Jakarta Sans"/>
              </a:rPr>
              <a:t>scor</a:t>
            </a:r>
            <a:r>
              <a:rPr lang="en-IN" sz="1125" b="0" i="0" u="none" dirty="0" err="1">
                <a:solidFill>
                  <a:srgbClr val="7F1D1D"/>
                </a:solidFill>
                <a:latin typeface="Plus Jakarta Sans"/>
              </a:rPr>
              <a:t>ing</a:t>
            </a:r>
            <a:r>
              <a:rPr sz="1125" b="0" i="0" u="none" dirty="0">
                <a:solidFill>
                  <a:srgbClr val="7F1D1D"/>
                </a:solidFill>
                <a:latin typeface="Plus Jakarta Sans"/>
              </a:rPr>
              <a:t> 13–25.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875" y="3390900"/>
            <a:ext cx="5572125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2563EB"/>
                </a:solidFill>
                <a:latin typeface="Space Grotesk"/>
              </a:rPr>
              <a:t>50.45%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9875" y="4133850"/>
            <a:ext cx="5572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1,132,000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9875" y="4429125"/>
            <a:ext cx="4629150" cy="3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IN" sz="1125" dirty="0">
                <a:solidFill>
                  <a:srgbClr val="475569"/>
                </a:solidFill>
                <a:latin typeface="Plus Jakarta Sans"/>
              </a:rPr>
              <a:t>Credit team can move forward with applications scoring between 0-12 without manual review.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38275" y="2933700"/>
            <a:ext cx="1352614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991B1B"/>
                </a:solidFill>
                <a:latin typeface="Plus Jakarta Sans"/>
              </a:rPr>
              <a:t>Manual </a:t>
            </a:r>
            <a:r>
              <a:rPr lang="en-IN" sz="1650" b="1" i="0" u="none" dirty="0">
                <a:solidFill>
                  <a:srgbClr val="991B1B"/>
                </a:solidFill>
                <a:latin typeface="Plus Jakarta Sans"/>
              </a:rPr>
              <a:t>Re</a:t>
            </a:r>
            <a:r>
              <a:rPr lang="en-IN" sz="1650" b="1" dirty="0">
                <a:solidFill>
                  <a:srgbClr val="991B1B"/>
                </a:solidFill>
                <a:latin typeface="Plus Jakarta Sans"/>
              </a:rPr>
              <a:t>view</a:t>
            </a:r>
            <a:endParaRPr sz="1650" b="1" i="0" u="none" dirty="0">
              <a:solidFill>
                <a:srgbClr val="991B1B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05625" y="2933700"/>
            <a:ext cx="1653979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650" b="1" dirty="0">
                <a:solidFill>
                  <a:srgbClr val="0F172A"/>
                </a:solidFill>
                <a:latin typeface="Plus Jakarta Sans"/>
              </a:rPr>
              <a:t>No Manual Review</a:t>
            </a:r>
            <a:endParaRPr sz="1650" b="1" i="0" u="none" dirty="0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29050" y="4443412"/>
            <a:ext cx="4533900" cy="44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29050" y="4443412"/>
            <a:ext cx="45339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6691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138362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27003" y="2843212"/>
            <a:ext cx="3937992" cy="714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8FAFC"/>
                </a:solidFill>
                <a:latin typeface="Plus Jakarta Sans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9090" y="3709987"/>
            <a:ext cx="2213811" cy="296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Loan Default Risk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521</Words>
  <Application>Microsoft Office PowerPoint</Application>
  <PresentationFormat>Widescreen</PresentationFormat>
  <Paragraphs>109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Space Grotesk</vt:lpstr>
      <vt:lpstr>Arial</vt:lpstr>
      <vt:lpstr>Plus Jakarta Sans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Raghav Bajaj</dc:creator>
  <cp:keywords/>
  <dc:description>generated using python-pptx</dc:description>
  <cp:lastModifiedBy>Raghav Bajaj</cp:lastModifiedBy>
  <cp:revision>2</cp:revision>
  <dcterms:created xsi:type="dcterms:W3CDTF">2013-01-27T09:14:16Z</dcterms:created>
  <dcterms:modified xsi:type="dcterms:W3CDTF">2026-09-29T16:53:57Z</dcterms:modified>
  <cp:category/>
</cp:coreProperties>
</file>